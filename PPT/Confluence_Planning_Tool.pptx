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</a:rPr>
              <a:t>Confluence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5603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>
                <a:solidFill>
                  <a:srgbClr val="CDD2DC"/>
                </a:solidFill>
              </a:rPr>
              <a:t>A Collaborative Planning &amp; Documentation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4160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DAAFF"/>
                </a:solidFill>
              </a:rPr>
              <a:t>DEVOPS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What is Confluence?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C84"/>
                </a:solidFill>
              </a:rPr>
              <a:t>A shared workspace for creating, organizing and sharing project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420624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93775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Confluence is a collaborative workspace used by teams to create, organize, share and maintain documentation.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Centralized project knowledge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Pages and team spaces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Comments and collaboration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Templates for repeatable documentation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Searchable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4206240"/>
          </a:xfrm>
          <a:prstGeom prst="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10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Why teams use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493775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It keeps important project information in one accessible location.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Requirements and project plans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Meeting notes and decisions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Technical documentation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Roadmaps and milestones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Risks, procedures and lessons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E6C84"/>
                </a:solidFill>
              </a:rPr>
              <a:t>DevOps Assignment • Confluence •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Confluence as a Planning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C84"/>
                </a:solidFill>
              </a:rPr>
              <a:t>It supports planning by making project information structured, visible and collaborative.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169164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Goals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Define objectives, scope, stakeholders and success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691640"/>
          </a:xfrm>
          <a:prstGeom prst="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Document functional and non-functional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6002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600200"/>
            <a:ext cx="73152" cy="169164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2585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Organize phases, releases, dependencies and milestones.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73152" cy="169164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Meetings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Record discussions, decisions and action items.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169164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Document risks, owners and mitigation plans.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657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3657600"/>
            <a:ext cx="73152" cy="1691640"/>
          </a:xfrm>
          <a:prstGeom prst="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82219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3159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Connect technical and process documentation.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E6C84"/>
                </a:solidFill>
              </a:rPr>
              <a:t>DevOps Assignment • Confluence •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Important Confluence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C84"/>
                </a:solidFill>
              </a:rPr>
              <a:t>Know these terms for an exam or viva.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2286000" cy="640080"/>
          </a:xfrm>
          <a:prstGeom prst="rect">
            <a:avLst/>
          </a:prstGeom>
          <a:solidFill>
            <a:srgbClr val="172B4D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27631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508760"/>
            <a:ext cx="9052560" cy="640080"/>
          </a:xfrm>
          <a:prstGeom prst="rect">
            <a:avLst/>
          </a:prstGeom>
          <a:solidFill>
            <a:srgbClr val="172B4D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627631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67128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86000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167128"/>
            <a:ext cx="9052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86000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Dedicated area for a team, project, department or topic.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25496"/>
            <a:ext cx="228600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9443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825496"/>
            <a:ext cx="905256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2944368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Document where plans, requirements, notes or knowledge are stored.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83864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0273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Template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483864"/>
            <a:ext cx="9052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1528" y="3602736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Predefined structure for creating consistent pages quickly.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42231"/>
            <a:ext cx="228600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261103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Comments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142231"/>
            <a:ext cx="905256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1528" y="4261103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Feedback, questions and discussion attached to content.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80060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919472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Labels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800600"/>
            <a:ext cx="9052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4919472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Tags used to categorize and find related pages.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458968"/>
            <a:ext cx="228600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577840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B4D"/>
                </a:solidFill>
              </a:rPr>
              <a:t>Permissions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5458968"/>
            <a:ext cx="9052560" cy="640080"/>
          </a:xfrm>
          <a:prstGeom prst="rect">
            <a:avLst/>
          </a:prstGeom>
          <a:solidFill>
            <a:srgbClr val="EFF2F7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77840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B4D"/>
                </a:solidFill>
              </a:rPr>
              <a:t>Control who can view, edit or manage content.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E6C84"/>
                </a:solidFill>
              </a:rPr>
              <a:t>DevOps Assignment • Confluence •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Confluence in a DevOps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C84"/>
                </a:solidFill>
              </a:rPr>
              <a:t>Confluence acts as the documentation and knowledge layer around development and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288036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645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Goals • Requirements • Roadmap</a:t>
            </a:r>
          </a:p>
        </p:txBody>
      </p:sp>
      <p:sp>
        <p:nvSpPr>
          <p:cNvPr id="9" name="Chevron 8"/>
          <p:cNvSpPr/>
          <p:nvPr/>
        </p:nvSpPr>
        <p:spPr>
          <a:xfrm>
            <a:off x="2578608" y="2971800"/>
            <a:ext cx="256032" cy="457200"/>
          </a:xfrm>
          <a:prstGeom prst="chevron">
            <a:avLst/>
          </a:prstGeom>
          <a:solidFill>
            <a:srgbClr val="5E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574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39" y="1828800"/>
            <a:ext cx="73152" cy="2880360"/>
          </a:xfrm>
          <a:prstGeom prst="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9933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DEVELOP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487168"/>
            <a:ext cx="1645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Architecture • Technical docs • Decisions</a:t>
            </a:r>
          </a:p>
        </p:txBody>
      </p:sp>
      <p:sp>
        <p:nvSpPr>
          <p:cNvPr id="14" name="Chevron 13"/>
          <p:cNvSpPr/>
          <p:nvPr/>
        </p:nvSpPr>
        <p:spPr>
          <a:xfrm>
            <a:off x="4910327" y="2971800"/>
            <a:ext cx="256032" cy="457200"/>
          </a:xfrm>
          <a:prstGeom prst="chevron">
            <a:avLst/>
          </a:prstGeom>
          <a:solidFill>
            <a:srgbClr val="5E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20574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1828800"/>
            <a:ext cx="73152" cy="288036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19933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487168"/>
            <a:ext cx="1645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Test information • Release readiness</a:t>
            </a:r>
          </a:p>
        </p:txBody>
      </p:sp>
      <p:sp>
        <p:nvSpPr>
          <p:cNvPr id="19" name="Chevron 18"/>
          <p:cNvSpPr/>
          <p:nvPr/>
        </p:nvSpPr>
        <p:spPr>
          <a:xfrm>
            <a:off x="7242048" y="2971800"/>
            <a:ext cx="256032" cy="457200"/>
          </a:xfrm>
          <a:prstGeom prst="chevron">
            <a:avLst/>
          </a:prstGeom>
          <a:solidFill>
            <a:srgbClr val="5E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0574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73152" cy="28803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9933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487168"/>
            <a:ext cx="1645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Runbooks • Deployment procedures</a:t>
            </a:r>
          </a:p>
        </p:txBody>
      </p:sp>
      <p:sp>
        <p:nvSpPr>
          <p:cNvPr id="24" name="Chevron 23"/>
          <p:cNvSpPr/>
          <p:nvPr/>
        </p:nvSpPr>
        <p:spPr>
          <a:xfrm>
            <a:off x="9573767" y="2971800"/>
            <a:ext cx="256032" cy="457200"/>
          </a:xfrm>
          <a:prstGeom prst="chevron">
            <a:avLst/>
          </a:prstGeom>
          <a:solidFill>
            <a:srgbClr val="5E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828800"/>
            <a:ext cx="20574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1828800"/>
            <a:ext cx="73152" cy="288036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9933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487168"/>
            <a:ext cx="1645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Incident reviews • Lessons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B4D"/>
                </a:solidFill>
              </a:rPr>
              <a:t>Confluence + DevOps tools = shared knowledge + automated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E6C84"/>
                </a:solidFill>
              </a:rPr>
              <a:t>DevOps Assignment • Confluence •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Benefits, 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2DC"/>
                </a:solidFill>
              </a:rPr>
              <a:t>Use Confluence to make project knowledge easy to create, find and maintain.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16052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Single source of project knowledge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Better team collaboration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Reusable templates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Transparent decisions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Useful for distributed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41605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Points to 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6712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Good organization is important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Permissions need careful setup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Documentation must be kept updated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• Detailed task execution may need other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4160520"/>
          </a:xfrm>
          <a:prstGeom prst="rect">
            <a:avLst/>
          </a:prstGeom>
          <a:solidFill>
            <a:srgbClr val="074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72B4D"/>
                </a:solidFill>
              </a:rPr>
              <a:t>Exam-ready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6712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Confluence is a collaborative workspace for project documentation and knowledge management.</a:t>
            </a: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</a:p>
          <a:p>
            <a:pPr>
              <a:spcAft>
                <a:spcPts val="700"/>
              </a:spcAft>
              <a:defRPr sz="1350">
                <a:solidFill>
                  <a:srgbClr val="172B4D"/>
                </a:solidFill>
              </a:defRPr>
            </a:pPr>
            <a:r>
              <a:t>As a planning tool, it helps teams document goals, requirements, roadmaps, meetings, risks and decisions in one shared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E6C84"/>
                </a:solidFill>
              </a:rPr>
              <a:t>DevOps Assignment • Confluence •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