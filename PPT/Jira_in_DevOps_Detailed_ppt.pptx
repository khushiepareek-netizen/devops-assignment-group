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7365D"/>
                </a:solidFill>
              </a:defRPr>
            </a:pPr>
            <a:r>
              <a:t>JIRA IN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23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F5597"/>
                </a:solidFill>
              </a:defRPr>
            </a:pPr>
            <a:r>
              <a:t>Detailed Concepts • Agile Planning • Issue Tracking • CI/CD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49039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232D3C"/>
                </a:solidFill>
              </a:defRPr>
            </a:pPr>
            <a:r>
              <a:t>Subject: DevOps Practice and Principles</a:t>
            </a:r>
            <a:br/>
            <a:r>
              <a:t>Purpose: Academic presentation and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What is Jira?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Jira is a project-management and issue-tracking platform developed by Atlassian.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It helps teams plan, assign, prioritize, track, and complete work.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Commonly used for software development, testing, service management, and Agile delivery.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Jira provides visibility into tasks, bugs, progress, blockers, and releases.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In DevOps, Jira acts as a coordination and traceability layer across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Why Jira is Important in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DevOps combines development, operations, security, testing, and business collaboration.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Jira creates a shared record of requirements, technical tasks, defects, incidents, and improvements.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It supports transparency: everyone can see what is planned, active, blocked, or completed.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It improves accountability through assignees, due dates, priorities, and workflow states.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It supports continuous feedback by connecting delivery outcomes with future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Jira Terminology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Project: workspace containing related issues, settings, permissions, and workflows.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Issue: a unit of work such as a story, task, bug, or improvement.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Epic: a large objective divided into smaller issues.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Story: a requirement written from a user or stakeholder perspective.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Task: a specific activity; Bug: a defect; Sub-task: a smaller part of a parent issue.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Backlog: prioritized incomplete work; Board: visual issue display; Sprint: fixed work 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Jira Projects and Issue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A project may represent an application, product, service, department, or initiative.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Projects can define issue types, screens, fields, permissions, notifications, and components.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Common issue types include Epic, Story, Task, Bug, Sub-task, Improvement, and Service Request.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Use separate issues for new features, defects, technical debt, security findings, and operational work.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Clear issue types improve reporting, ownership, and prioritization.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Issue Fields and Good Issue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Summary: short, action-oriented title.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Description: objective, background, technical context, dependencies, and risks.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Assignee: person responsible; Reporter: person who created the issue.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Priority: relative urgency or business importance.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Labels and components: grouping and filtering mechanisms.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Acceptance criteria: measurable conditions that define completion.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Attachments, comments, and links provide evidence and collaboration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Jira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A workflow defines the statuses and transitions of an issue.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Typical workflow: To Do → In Progress → In Review → Testing → Done.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DevOps workflows may add Code Review, Build Failed, Ready for Deployment, Staging, Production, Monitoring, and Closed.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Transitions may require approvals, test evidence, comments, or assigned ownership.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A well-designed workflow should be clear, not unnecessarily complex.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Agile and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Agile emphasizes iterative delivery, customer feedback, collaboration, and responding to change.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Jira supports Agile planning through backlogs, boards, estimates, sprints, reports, and dashboards.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Teams can break large epics into smaller stories and tasks.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Work is prioritized according to business value, risk, urgency, and dependencies.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Regular review and refinement keep the backlog useful and current.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Scrum in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Product Owner: prioritizes the product backlog and clarifies requirements.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Scrum Master: supports the process and removes impediments.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Development Team: designs, codes, tests, deploys, and delivers the increment.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Sprint planning selects issues for a fixed sprint.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Daily stand-up reviews progress and blockers using the board.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Sprint review collects stakeholder feedback; retrospective identifies improvements.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Kanban in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Kanban focuses on continuous flow rather than fixed-length sprints.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Issues move through columns such as To Do, In Progress, Review, Testing, and Done.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Work-in-progress limits reduce multitasking and reveal bottlenecks.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Useful metrics include lead time, cycle time, throughput, and cumulative flow.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Kanban is especially useful for support, maintenance, operations, and variable workloads.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Jira in the DevOps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Plan: create epics, stories, tasks, priorities, and acceptance criteria.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Code: connect Jira issues to branches, commits, and pull requests.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Build: associate automated build results with issue keys.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Test: link test cases, executions, failures, and defects.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Release and Deploy: track approvals, environments, and deployment status.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Operate and Monitor: create incidents and improvement tasks from production feedback.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Git and CI/CD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Git integration connects issues with branches, commits, and pull requests.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Including the Jira issue key in commit messages improves traceability.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CI tools can report build status, unit-test results, quality checks, and artifacts.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CD tools can update issues when software reaches staging or production.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Integration reduces manual status updates and creates a connected delivery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Testing, Monitoring, and Incident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Testing tools can link requirements, test cases, test executions, and defects.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Monitoring alerts can create Jira incidents for investigation and ownership.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Incident records should include severity, impact, affected service, timeline, and current status.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After recovery, teams can record root cause, corrective actions, and prevention steps.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Follow-up issues convert lessons learned into permanent improvements.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Jira Reports and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Burndown chart: remaining work during a sprint.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Burnup chart: completed work compared with total scope.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Velocity chart: completed work across sprints.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Cumulative flow diagram: work movement and bottlenecks.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Control chart: cycle-time consistency and delivery predictability.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Created-vs-resolved chart: incoming issues compared with completed issues.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Lead time and cycle time help measure delivery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Use clear, action-oriented issue titles.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Define acceptance criteria before implementation begins.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Keep statuses accurate and update issues regularly.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Prioritize consistently; avoid marking every task as urgent.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Link issues with branches, pull requests, builds, tests, and deployments.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Use dashboards for visibility and reports for improvement.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Avoid excessive custom fields, statuses, and plugins.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• Close work only after validation, evidence, and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Advantages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Advantages: centralized tracking, visibility, accountability, Agile support, customizable workflows, integrations, and historical metrics.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Jira improves collaboration among development, QA, security, operations, and management.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Limitations: complex configuration can confuse beginners.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Too many fields, workflows, or plugins may reduce usability.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Metrics are only reliable when teams update issues consistently.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Jira coordinates technical work but does not replace Git, CI/CD, monitoring, or engineering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Goal: automate deployment of a web application to a staging server.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Create an epic: Automated Web Application Delivery.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Create stories for source control, CI pipeline, automated testing, deployment, monitoring, and documentation.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Assign owners and define acceptance criteria for each issue.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Link Jira issues to branches, pull requests, pipeline runs, test results, and deployment evidence.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Use dashboards to identify blockers and create retrospective improvement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Jira is a powerful coordination and visibility tool for DevOps.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It connects planning with coding, testing, deployment, operations, and improvement.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Its greatest value comes from traceability, clear workflows, disciplined updates, and useful integrations.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Jira supports faster delivery, better quality, improved accountability, and continuous feedback.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• Quick revision: Plan the work → Track the work → Connect the work → Measure the work → Improve the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Jira in DevOps |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