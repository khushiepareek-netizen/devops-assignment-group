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" cy="448056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PLANNING TOOLS</a:t>
            </a:r>
            <a:br/>
            <a:r>
              <a:t>IN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33756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CDE1"/>
                </a:solidFill>
              </a:defRPr>
            </a:pPr>
            <a:r>
              <a:t>Plan • Organize • Track •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5806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DevOps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What is Planning in DevOps?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Turning software requirements into organized, trackable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Planning is the process of deciding what work must be completed.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Teams define tasks, priorities, owners, deadlines, and dependencies.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Planning tools provide a shared place to monitor work and collaboration.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Goal: deliver software faster with better visibility and coordination.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Major DevOps Planning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Jira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756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Agile planning &amp; issue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08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7335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Trello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756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Visual Kanban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Azure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844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Work-item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01752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1821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GitHub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844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Development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79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9087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Asana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93207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Cross-team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526279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690871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5CA0"/>
                </a:solidFill>
              </a:defRPr>
            </a:pPr>
            <a:r>
              <a:t>Monday.com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093207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Project &amp; task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A structured tool for Agile projects and issue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Create and assign tasks, bugs, and user stories.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Supports Scrum and Kanban workflows.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Useful for sprint planning and backlog management.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Tracks priority, ownership, status, and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Trello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Simple visual planning with Kanban 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A5CA0"/>
                </a:solidFill>
              </a:defRPr>
            </a:pPr>
            <a:r>
              <a:t>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514600"/>
            <a:ext cx="2514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Task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474720"/>
            <a:ext cx="2514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Task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7451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21E31"/>
                </a:solidFill>
              </a:defRPr>
            </a:pPr>
            <a:r>
              <a:t>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514600"/>
            <a:ext cx="2514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Task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474720"/>
            <a:ext cx="2514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Task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4592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87451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646E7D"/>
                </a:solidFill>
              </a:defRPr>
            </a:pPr>
            <a: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514600"/>
            <a:ext cx="251460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Completed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Azure Boards &amp; GitHub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Azure Boards: manage tasks, bugs, user stories, and other work items.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Helps teams plan and track project progress.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GitHub Projects: organize issues and development tasks on project boards.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Keeps planning closely connected to GitHub-based software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Asana for DevOps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Source: supplied Asana DevOps Planning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Hierarchy: Goals → Portfolios → Projects → Tasks → Subtasks.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Board, Timeline, and List views support Agile planning.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Forms can standardize feature requests and bug reporting.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Dependencies help manage task sequencing and schedules.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</a:defRPr>
            </a:pPr>
            <a:r>
              <a:t>Integrates with Jira, GitHub/GitLab, Slack, PagerDuty, and ServiceNow.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Automation &amp; Capacity Planning in Asana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Rules automate routine actions using triggers and actions.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AI features can support summaries, classification, and task routing.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Workload view visualizes team capacity based on tasks or estimated hours.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</a:defRPr>
            </a:pPr>
            <a:r>
              <a:t>Portfolios provide an overview of initiative health and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Quick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0876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895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2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21E3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Agile + issue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Trello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Visual Kanban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Azure 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Work items + bugs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GitHub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Code-connected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Asana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Cross-team +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Monday.com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A34"/>
                          </a:solidFill>
                        </a:defRPr>
                      </a:pPr>
                      <a:r>
                        <a:t>General project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DevOps Planning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1</a:t>
            </a:r>
            <a:br/>
            <a:r>
              <a:t>Define Goals</a:t>
            </a:r>
          </a:p>
        </p:txBody>
      </p:sp>
      <p:sp>
        <p:nvSpPr>
          <p:cNvPr id="5" name="Chevron 4"/>
          <p:cNvSpPr/>
          <p:nvPr/>
        </p:nvSpPr>
        <p:spPr>
          <a:xfrm>
            <a:off x="2221992" y="2606040"/>
            <a:ext cx="274320" cy="594360"/>
          </a:xfrm>
          <a:prstGeom prst="chevron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1460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2</a:t>
            </a:r>
            <a:br/>
            <a:r>
              <a:t>Create Tasks</a:t>
            </a:r>
          </a:p>
        </p:txBody>
      </p:sp>
      <p:sp>
        <p:nvSpPr>
          <p:cNvPr id="7" name="Chevron 6"/>
          <p:cNvSpPr/>
          <p:nvPr/>
        </p:nvSpPr>
        <p:spPr>
          <a:xfrm>
            <a:off x="4142232" y="2606040"/>
            <a:ext cx="274320" cy="594360"/>
          </a:xfrm>
          <a:prstGeom prst="chevron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3</a:t>
            </a:r>
            <a:br/>
            <a:r>
              <a:t>Prioritize</a:t>
            </a:r>
          </a:p>
        </p:txBody>
      </p:sp>
      <p:sp>
        <p:nvSpPr>
          <p:cNvPr id="9" name="Chevron 8"/>
          <p:cNvSpPr/>
          <p:nvPr/>
        </p:nvSpPr>
        <p:spPr>
          <a:xfrm>
            <a:off x="6062472" y="2606040"/>
            <a:ext cx="274320" cy="594360"/>
          </a:xfrm>
          <a:prstGeom prst="chevron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4</a:t>
            </a:r>
            <a:br/>
            <a:r>
              <a:t>Assign &amp; Schedule</a:t>
            </a:r>
          </a:p>
        </p:txBody>
      </p:sp>
      <p:sp>
        <p:nvSpPr>
          <p:cNvPr id="11" name="Chevron 10"/>
          <p:cNvSpPr/>
          <p:nvPr/>
        </p:nvSpPr>
        <p:spPr>
          <a:xfrm>
            <a:off x="7982712" y="2606040"/>
            <a:ext cx="274320" cy="594360"/>
          </a:xfrm>
          <a:prstGeom prst="chevron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5</a:t>
            </a:r>
            <a:br/>
            <a:r>
              <a:t>Track</a:t>
            </a:r>
          </a:p>
        </p:txBody>
      </p:sp>
      <p:sp>
        <p:nvSpPr>
          <p:cNvPr id="13" name="Chevron 12"/>
          <p:cNvSpPr/>
          <p:nvPr/>
        </p:nvSpPr>
        <p:spPr>
          <a:xfrm>
            <a:off x="9902952" y="2606040"/>
            <a:ext cx="274320" cy="594360"/>
          </a:xfrm>
          <a:prstGeom prst="chevron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95560" y="2331720"/>
            <a:ext cx="1600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6</a:t>
            </a:r>
            <a:br/>
            <a:r>
              <a:t>Review &amp; 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E31"/>
                </a:solidFill>
              </a:defRPr>
            </a:pPr>
            <a:r>
              <a:t>Why Planning Tools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Better visibility — everyone can see what is happening.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Clear ownership — every task has a responsible person.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Higher coordination — teams work from shared information.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Faster delivery — priorities and dependencies are easier to manage.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</a:defRPr>
            </a:pPr>
            <a:r>
              <a:t>Continuous improvement — progress can be reviewed and workflows refined.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Planning tools make DevOps work organized, visible, and trackable.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Choose the tool based on team size, workflow, integrations, and project needs.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</a:defRPr>
            </a:pPr>
            <a:r>
              <a:t>Good planning connects people, processes, and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DEVOPS • PLANNING TOOLS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